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377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161C49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822960"/>
            <a:ext cx="2377440" cy="2377440"/>
          </a:xfrm>
          <a:prstGeom prst="ellipse">
            <a:avLst/>
          </a:prstGeom>
          <a:solidFill>
            <a:srgbClr val="242C66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61C4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34440"/>
            <a:ext cx="822960" cy="822960"/>
          </a:xfrm>
          <a:prstGeom prst="ellipse">
            <a:avLst/>
          </a:prstGeom>
          <a:solidFill>
            <a:srgbClr val="F4A25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EOI Agent Platform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Operational Intelligence — an embeddable, reusable Agent OS for your products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  · 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intelligence is fragmented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89888" y="1115568"/>
            <a:ext cx="101617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set out to solve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EOI Agent 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2240280"/>
            <a:ext cx="713232" cy="713232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2688" y="22402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28800" y="2103120"/>
            <a:ext cx="376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hunt for the right report or KPI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2743200"/>
            <a:ext cx="376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exists — finding it doesn't scale.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24448" y="182880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17056" y="2240280"/>
            <a:ext cx="713232" cy="713232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17056" y="22402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513168" y="2103120"/>
            <a:ext cx="376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Investigations are manual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513168" y="2743200"/>
            <a:ext cx="376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depend on tribal knowledge held by a few experts.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2688" y="4343400"/>
            <a:ext cx="713232" cy="713232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2688" y="43434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828800" y="4206240"/>
            <a:ext cx="376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ops work is scattered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28800" y="4846320"/>
            <a:ext cx="376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many disconnected tools and consoles.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24448" y="393192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17056" y="4343400"/>
            <a:ext cx="713232" cy="713232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17056" y="43434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513168" y="4206240"/>
            <a:ext cx="376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product rebuilds the basics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513168" y="4846320"/>
            <a:ext cx="376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re-creates its own help and automation.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OS inside your product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89888" y="1115568"/>
            <a:ext cx="101617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 — not a chatbot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EOI Agent 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33237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94789" y="2103120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94789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Understands your stack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456432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your data, schemas, and operations.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429658" y="1828800"/>
            <a:ext cx="333237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84368" y="2103120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84368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12538" y="30175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Assists every user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58258" y="3456432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Page-aware help wherever people work.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19237" y="1828800"/>
            <a:ext cx="333237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473946" y="2103120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473946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2117" y="30175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Acts, safely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47837" y="3456432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tasks behind an approval gate.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45262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143000" y="4892040"/>
            <a:ext cx="640080" cy="640080"/>
          </a:xfrm>
          <a:prstGeom prst="ellipse">
            <a:avLst/>
          </a:prstGeom>
          <a:solidFill>
            <a:srgbClr val="F4A25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14300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2011680" y="4782312"/>
            <a:ext cx="9082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an LLM wrapper — a runtime.</a:t>
            </a:r>
            <a:endParaRPr lang="en-US" sz="19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· Tools · Memory · Safety · Audit, working together.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89888" y="1115568"/>
            <a:ext cx="101617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capabilities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EOI Agent 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362858" cy="2011680"/>
          </a:xfrm>
          <a:prstGeom prst="roundRect">
            <a:avLst>
              <a:gd name="adj" fmla="val 4545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148840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83080" y="2103120"/>
            <a:ext cx="2036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metadata &amp; schemas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32688" y="3035808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data landscape.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414418" y="1828800"/>
            <a:ext cx="3362858" cy="2011680"/>
          </a:xfrm>
          <a:prstGeom prst="roundRect">
            <a:avLst>
              <a:gd name="adj" fmla="val 4545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8738" y="2148840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88738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557418" y="2103120"/>
            <a:ext cx="2036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Advanced Queries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707026" y="3035808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question to a query.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88757" y="1828800"/>
            <a:ext cx="3362858" cy="2011680"/>
          </a:xfrm>
          <a:prstGeom prst="roundRect">
            <a:avLst>
              <a:gd name="adj" fmla="val 4545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63077" y="2148840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63077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331757" y="2103120"/>
            <a:ext cx="2036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 &amp; explain ETL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481365" y="3035808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clarifies pipelines.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0080" y="4206240"/>
            <a:ext cx="3362858" cy="2011680"/>
          </a:xfrm>
          <a:prstGeom prst="roundRect">
            <a:avLst>
              <a:gd name="adj" fmla="val 4545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4526280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4526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783080" y="4480560"/>
            <a:ext cx="2036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issues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32688" y="5413248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production problems.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414418" y="4206240"/>
            <a:ext cx="3362858" cy="2011680"/>
          </a:xfrm>
          <a:prstGeom prst="roundRect">
            <a:avLst>
              <a:gd name="adj" fmla="val 4545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88738" y="4526280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88738" y="4526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557418" y="4480560"/>
            <a:ext cx="2036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 operational tasks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4707026" y="5413248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by human approval.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188757" y="4206240"/>
            <a:ext cx="3362858" cy="2011680"/>
          </a:xfrm>
          <a:prstGeom prst="roundRect">
            <a:avLst>
              <a:gd name="adj" fmla="val 4545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63077" y="4526280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63077" y="4526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331757" y="4480560"/>
            <a:ext cx="2036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Page-aware in-product help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8481365" y="5413248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for the screen you're on.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on every page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89888" y="1115568"/>
            <a:ext cx="101617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signature experience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EOI Agent 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181448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224028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965960" y="2258568"/>
            <a:ext cx="3626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 inline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51560" y="3200400"/>
            <a:ext cx="440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fact, right where you asked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 or table, rendered in place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70168" y="1874520"/>
            <a:ext cx="5181448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35928" y="2240280"/>
            <a:ext cx="777240" cy="777240"/>
          </a:xfrm>
          <a:prstGeom prst="ellipse">
            <a:avLst/>
          </a:prstGeom>
          <a:solidFill>
            <a:srgbClr val="F4A25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35928" y="2240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96048" y="2258568"/>
            <a:ext cx="3626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Routes you there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781648" y="3200400"/>
            <a:ext cx="440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right KPI or report page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pre-filled — a “Navigation Intent”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663440"/>
            <a:ext cx="10911535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8720" y="4663440"/>
            <a:ext cx="98142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“Prefer taking you to the right page </a:t>
            </a:r>
            <a:r>
              <a:rPr lang="en-US" sz="2200" b="1" i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 making you hunt for it.”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89888" y="1115568"/>
            <a:ext cx="101617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— top to bottom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EOI Agent 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9631375" cy="774954"/>
          </a:xfrm>
          <a:prstGeom prst="roundRect">
            <a:avLst>
              <a:gd name="adj" fmla="val 9440"/>
            </a:avLst>
          </a:prstGeom>
          <a:solidFill>
            <a:srgbClr val="EAF1FC"/>
          </a:solidFill>
          <a:ln w="12700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837944"/>
            <a:ext cx="3840480" cy="665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Integration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937760" y="1837944"/>
            <a:ext cx="5059375" cy="665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in every page of your product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759202"/>
            <a:ext cx="9631375" cy="774954"/>
          </a:xfrm>
          <a:prstGeom prst="roundRect">
            <a:avLst>
              <a:gd name="adj" fmla="val 9440"/>
            </a:avLst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2814066"/>
            <a:ext cx="3840480" cy="665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Runtime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937760" y="2814066"/>
            <a:ext cx="5059375" cy="665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· Orchestrator · Task Manager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735324"/>
            <a:ext cx="9631375" cy="774954"/>
          </a:xfrm>
          <a:prstGeom prst="roundRect">
            <a:avLst>
              <a:gd name="adj" fmla="val 9440"/>
            </a:avLst>
          </a:prstGeom>
          <a:solidFill>
            <a:srgbClr val="EAF1FC"/>
          </a:solidFill>
          <a:ln w="12700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3790188"/>
            <a:ext cx="3840480" cy="665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Faculties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937760" y="3790188"/>
            <a:ext cx="5059375" cy="665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 · Knowledge / RAG · Tools · Memory + Scratchpad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711446"/>
            <a:ext cx="9631375" cy="774954"/>
          </a:xfrm>
          <a:prstGeom prst="roundRect">
            <a:avLst>
              <a:gd name="adj" fmla="val 9440"/>
            </a:avLst>
          </a:prstGeom>
          <a:solidFill>
            <a:srgbClr val="1E2761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4766310"/>
            <a:ext cx="3840480" cy="665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Cross-cutting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937760" y="4766310"/>
            <a:ext cx="5059375" cy="665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Governance · Audit · Persistence · Config / Profiles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774375" y="1965960"/>
            <a:ext cx="0" cy="3154680"/>
          </a:xfrm>
          <a:prstGeom prst="line">
            <a:avLst/>
          </a:prstGeom>
          <a:noFill/>
          <a:ln w="44450">
            <a:solidFill>
              <a:srgbClr val="F4A259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40080" y="5650992"/>
            <a:ext cx="9631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&amp; adapters — every part is swappable.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engine, many products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89888" y="1115568"/>
            <a:ext cx="101617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by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EOI Agent 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4998568" cy="27432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167128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05840" y="2743200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· product-agnostic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246120"/>
            <a:ext cx="4267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engine: runtime, planning, tools framework, memory, safety, and audit.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684368" y="2834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6553048" y="1874520"/>
            <a:ext cx="4998568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18808" y="2167128"/>
            <a:ext cx="426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PACK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18808" y="2743200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product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18808" y="3246120"/>
            <a:ext cx="4267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specifics: this product's knowledge, tools, pages, persona, and config.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0080" y="48920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product = a new pack, </a:t>
            </a:r>
            <a:r>
              <a:rPr lang="en-US" sz="1800" b="1" i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a fork of the engine.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product plugs in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89888" y="1115568"/>
            <a:ext cx="101617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 providers an Application Pack supplies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EOI Agent 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2453564" cy="1417320"/>
          </a:xfrm>
          <a:prstGeom prst="roundRect">
            <a:avLst>
              <a:gd name="adj" fmla="val 6452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01102" y="2075688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01102" y="20756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459404" y="1874520"/>
            <a:ext cx="2453564" cy="1417320"/>
          </a:xfrm>
          <a:prstGeom prst="roundRect">
            <a:avLst>
              <a:gd name="adj" fmla="val 6452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20426" y="2075688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20426" y="20756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50844" y="278892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knowledge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278728" y="1874520"/>
            <a:ext cx="2453564" cy="1417320"/>
          </a:xfrm>
          <a:prstGeom prst="roundRect">
            <a:avLst>
              <a:gd name="adj" fmla="val 6452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9750" y="2075688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9750" y="20756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70168" y="278892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(product APIs)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098051" y="1874520"/>
            <a:ext cx="2453564" cy="1417320"/>
          </a:xfrm>
          <a:prstGeom prst="roundRect">
            <a:avLst>
              <a:gd name="adj" fmla="val 6452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59073" y="2075688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959073" y="20756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189491" y="278892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catalog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40080" y="3657600"/>
            <a:ext cx="2453564" cy="1417320"/>
          </a:xfrm>
          <a:prstGeom prst="roundRect">
            <a:avLst>
              <a:gd name="adj" fmla="val 6452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501102" y="3858768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501102" y="38587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31520" y="457200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 &amp; persona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3459404" y="3657600"/>
            <a:ext cx="2453564" cy="1417320"/>
          </a:xfrm>
          <a:prstGeom prst="roundRect">
            <a:avLst>
              <a:gd name="adj" fmla="val 6452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20426" y="3858768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320426" y="38587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550844" y="457200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permissions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6278728" y="3657600"/>
            <a:ext cx="2453564" cy="1417320"/>
          </a:xfrm>
          <a:prstGeom prst="roundRect">
            <a:avLst>
              <a:gd name="adj" fmla="val 6452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39750" y="3858768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139750" y="38587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370168" y="457200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config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9098051" y="3657600"/>
            <a:ext cx="2453564" cy="1417320"/>
          </a:xfrm>
          <a:prstGeom prst="roundRect">
            <a:avLst>
              <a:gd name="adj" fmla="val 6452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959073" y="3858768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959073" y="38587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9189491" y="457200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 identity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640080" y="53492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once, ship to many.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 a new product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89888" y="1115568"/>
            <a:ext cx="101617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· no core code changes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EOI Agent 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49717" y="2148840"/>
            <a:ext cx="8492261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83957" y="1783080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83957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40080" y="2565493"/>
            <a:ext cx="2419274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560320"/>
            <a:ext cx="19620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the reference pack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8680" y="3611880"/>
            <a:ext cx="19620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working template.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14711" y="1783080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14711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3470834" y="2565493"/>
            <a:ext cx="2419274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99434" y="2560320"/>
            <a:ext cx="19620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in the 8 providers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699434" y="3611880"/>
            <a:ext cx="19620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 your product's specifics.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45465" y="1783080"/>
            <a:ext cx="731520" cy="73152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45465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301588" y="2565493"/>
            <a:ext cx="2419274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0188" y="2560320"/>
            <a:ext cx="19620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golden test questions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30188" y="3611880"/>
            <a:ext cx="19620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that proves it works.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976218" y="1783080"/>
            <a:ext cx="731520" cy="731520"/>
          </a:xfrm>
          <a:prstGeom prst="ellipse">
            <a:avLst/>
          </a:prstGeom>
          <a:solidFill>
            <a:srgbClr val="F4A25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976218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9132341" y="2565493"/>
            <a:ext cx="2419274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360941" y="2560320"/>
            <a:ext cx="196207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 &amp; run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360941" y="3611880"/>
            <a:ext cx="19620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it up and go.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5217253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core code changes.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anywhere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89888" y="1115568"/>
            <a:ext cx="101617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library — the client picks the profile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EOI Agent 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332378" cy="288036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94789" y="2130552"/>
            <a:ext cx="822960" cy="822960"/>
          </a:xfrm>
          <a:prstGeom prst="ellipse">
            <a:avLst/>
          </a:prstGeom>
          <a:solidFill>
            <a:srgbClr val="F4A25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94789" y="2130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📴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22960" y="3044952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4290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3840480"/>
            <a:ext cx="2509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embeddings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network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429658" y="1874520"/>
            <a:ext cx="3332378" cy="2880360"/>
          </a:xfrm>
          <a:prstGeom prst="roundRect">
            <a:avLst>
              <a:gd name="adj" fmla="val 3810"/>
            </a:avLst>
          </a:prstGeom>
          <a:solidFill>
            <a:srgbClr val="EAF1FC"/>
          </a:solidFill>
          <a:ln w="15875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84368" y="2130552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84368" y="2130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12538" y="3044952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 HOSTED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12538" y="34290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2578" y="3840480"/>
            <a:ext cx="2509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model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on-premises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your network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19237" y="1874520"/>
            <a:ext cx="3332378" cy="2880360"/>
          </a:xfrm>
          <a:prstGeom prst="roundRect">
            <a:avLst>
              <a:gd name="adj" fmla="val 3810"/>
            </a:avLst>
          </a:prstGeom>
          <a:solidFill>
            <a:srgbClr val="EAF1FC"/>
          </a:solidFill>
          <a:ln w="15875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473946" y="2130552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473946" y="21305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402117" y="3044952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02117" y="342900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22157" y="3840480"/>
            <a:ext cx="25094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model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scale</a:t>
            </a:r>
            <a:endParaRPr lang="en-US" sz="135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infra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" y="511287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library; the client picks the profile. Online and offline are equal-priority.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&amp; trust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89888" y="1115568"/>
            <a:ext cx="101617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in, not bolted 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EOI Agent 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883664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178308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 + dry-run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303520" y="1783080"/>
            <a:ext cx="6065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before any change is made.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2697480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2798064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2798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269748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Append-only audit trail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03520" y="2697480"/>
            <a:ext cx="6065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decision, tool call &amp; action recorded.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3611880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3712464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3712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54480" y="361188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303520" y="3611880"/>
            <a:ext cx="6065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scoped by user tier.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0080" y="4526280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" y="4626864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46268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54480" y="452628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5303520" y="4526280"/>
            <a:ext cx="60652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&amp; PII protection.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40080" y="5422392"/>
            <a:ext cx="10911535" cy="786384"/>
          </a:xfrm>
          <a:prstGeom prst="roundRect">
            <a:avLst>
              <a:gd name="adj" fmla="val 11628"/>
            </a:avLst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97280" y="5422392"/>
            <a:ext cx="99971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never changes anything </a:t>
            </a:r>
            <a:r>
              <a:rPr lang="en-US" sz="19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a recorded human approval.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89888" y="1115568"/>
            <a:ext cx="101617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deliberately light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EOI Agent 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22716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219456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32688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74520" y="2148840"/>
            <a:ext cx="376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Plain-Java library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74520" y="2697480"/>
            <a:ext cx="3764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in your JVM product (JDK 25).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24448" y="1828800"/>
            <a:ext cx="522716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17056" y="219456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17056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558888" y="2148840"/>
            <a:ext cx="376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LangChain4j foundation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558888" y="2697480"/>
            <a:ext cx="3764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RAG, tools, and memory.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522716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2688" y="438912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2688" y="4389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874520" y="4343400"/>
            <a:ext cx="376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orchestration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74520" y="4892040"/>
            <a:ext cx="3764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now; graph-based checkpointing later.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324448" y="4023360"/>
            <a:ext cx="522716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17056" y="438912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17056" y="4389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558888" y="4343400"/>
            <a:ext cx="3764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model &amp; vectors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558888" y="4892040"/>
            <a:ext cx="3764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+ in-process offline; pgvector in prod.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89888" y="1115568"/>
            <a:ext cx="101617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 from foundations to hardening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EOI Agent 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10545775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20040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" y="173736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18470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" y="2167128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139364" y="320040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39364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2430704" y="397764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22144" y="40873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540432" y="4407408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in-product help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775808" y="320040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75808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067148" y="173736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58588" y="18470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176876" y="2167128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+ gated actions + delegation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412251" y="320040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12251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7703591" y="397764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95031" y="40873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813319" y="4407408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investigations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1048695" y="3200400"/>
            <a:ext cx="640080" cy="640080"/>
          </a:xfrm>
          <a:prstGeom prst="ellipse">
            <a:avLst/>
          </a:prstGeom>
          <a:solidFill>
            <a:srgbClr val="F4A25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1048695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9494215" y="1737360"/>
            <a:ext cx="2057400" cy="1051560"/>
          </a:xfrm>
          <a:prstGeom prst="roundRect">
            <a:avLst>
              <a:gd name="adj" fmla="val 7826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585655" y="18470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03943" y="2167128"/>
            <a:ext cx="1837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89888" y="1115568"/>
            <a:ext cx="101617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checkpoints on the path to production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EOI Agent 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33237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05740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932688" y="297180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demo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50976" y="336499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Phase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794760"/>
            <a:ext cx="2509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Page-aware help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&amp; online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audited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29658" y="1828800"/>
            <a:ext cx="333237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3978" y="205740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722266" y="297180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740554" y="336499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Phase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2578" y="3794760"/>
            <a:ext cx="2509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&amp; gated actions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 to sub-agents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19237" y="1828800"/>
            <a:ext cx="333237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93557" y="205740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8511845" y="297180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530133" y="3364992"/>
            <a:ext cx="27837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3–4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22157" y="3794760"/>
            <a:ext cx="2509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investigations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4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Security-reviewed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51389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set at kickoff.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build it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89888" y="1115568"/>
            <a:ext cx="101617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as contracts; built largely by AI coding agents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EOI Agent 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002536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002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18288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Specs as contracts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577840" y="1828800"/>
            <a:ext cx="5790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precise, agent-friendly doc set defines fixed contracts.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2944368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118104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1181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294436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senior team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577840" y="2944368"/>
            <a:ext cx="5790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integrates the work.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059936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4233672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233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45920" y="405993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 / quality harness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577840" y="4059936"/>
            <a:ext cx="5790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every milestone before it ships.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40080" y="5175504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53492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5349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645920" y="517550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offline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577840" y="5175504"/>
            <a:ext cx="5790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02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confirm zero network egress.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mitigations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89888" y="1115568"/>
            <a:ext cx="101617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risks, deliberate answers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EOI Agent Platform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11535" cy="3867912"/>
        </p:xfrm>
        <a:graphic>
          <a:graphicData uri="http://schemas.openxmlformats.org/drawingml/2006/table">
            <a:tbl>
              <a:tblPr/>
              <a:tblGrid>
                <a:gridCol w="41463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5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RISK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MITIGATION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Experimental libraries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Quarantined behind our own interfaces &amp; feature flags.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Single-maintainer dependency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MIT-licensed + isolated behind a port.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model quality offline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harness + per-deployment model choice.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of automated actions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2024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gate + dry-run + full audit.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approach wins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89888" y="1115568"/>
            <a:ext cx="101617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reasons, in short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6400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EOI Agent Platform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1889699" cy="2194560"/>
          </a:xfrm>
          <a:prstGeom prst="roundRect">
            <a:avLst>
              <a:gd name="adj" fmla="val 5807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73450" y="2624328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73450" y="2624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1706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Embeddable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95539" y="2331720"/>
            <a:ext cx="1889699" cy="2194560"/>
          </a:xfrm>
          <a:prstGeom prst="roundRect">
            <a:avLst>
              <a:gd name="adj" fmla="val 5807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8909" y="2624328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28909" y="2624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📴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986979" y="3657600"/>
            <a:ext cx="1706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Offline-capable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50998" y="2331720"/>
            <a:ext cx="1889699" cy="2194560"/>
          </a:xfrm>
          <a:prstGeom prst="roundRect">
            <a:avLst>
              <a:gd name="adj" fmla="val 5807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84368" y="2624328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84368" y="2624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242438" y="3657600"/>
            <a:ext cx="1706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 across products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06457" y="2331720"/>
            <a:ext cx="1889699" cy="2194560"/>
          </a:xfrm>
          <a:prstGeom prst="roundRect">
            <a:avLst>
              <a:gd name="adj" fmla="val 5807"/>
            </a:avLst>
          </a:prstGeom>
          <a:solidFill>
            <a:srgbClr val="EAF1FC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39827" y="2624328"/>
            <a:ext cx="822960" cy="822960"/>
          </a:xfrm>
          <a:prstGeom prst="ellipse">
            <a:avLst/>
          </a:prstGeom>
          <a:solidFill>
            <a:srgbClr val="1E2761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39827" y="2624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497897" y="3657600"/>
            <a:ext cx="1706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&amp; audited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61916" y="2331720"/>
            <a:ext cx="1889699" cy="2194560"/>
          </a:xfrm>
          <a:prstGeom prst="roundRect">
            <a:avLst>
              <a:gd name="adj" fmla="val 5807"/>
            </a:avLst>
          </a:prstGeom>
          <a:solidFill>
            <a:srgbClr val="1E2761"/>
          </a:solidFill>
          <a:ln/>
          <a:effectLst>
            <a:outerShdw blurRad="114300" dist="381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195286" y="2624328"/>
            <a:ext cx="822960" cy="822960"/>
          </a:xfrm>
          <a:prstGeom prst="ellipse">
            <a:avLst/>
          </a:prstGeom>
          <a:solidFill>
            <a:srgbClr val="F4A25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195286" y="2624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753356" y="3657600"/>
            <a:ext cx="1706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fast by AI agents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61C49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3474720" cy="3474720"/>
          </a:xfrm>
          <a:prstGeom prst="ellipse">
            <a:avLst/>
          </a:prstGeom>
          <a:solidFill>
            <a:srgbClr val="161C4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822960"/>
            <a:ext cx="822960" cy="822960"/>
          </a:xfrm>
          <a:prstGeom prst="ellipse">
            <a:avLst/>
          </a:prstGeom>
          <a:solidFill>
            <a:srgbClr val="F4A25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822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640080" y="3035808"/>
            <a:ext cx="594360" cy="594360"/>
          </a:xfrm>
          <a:prstGeom prst="ellipse">
            <a:avLst/>
          </a:prstGeom>
          <a:solidFill>
            <a:srgbClr val="F4A25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035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926080"/>
            <a:ext cx="100885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 off Phase 0 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+ reference pack.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4041648"/>
            <a:ext cx="594360" cy="594360"/>
          </a:xfrm>
          <a:prstGeom prst="ellipse">
            <a:avLst/>
          </a:prstGeom>
          <a:solidFill>
            <a:srgbClr val="F4A25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40416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931920"/>
            <a:ext cx="100885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M1 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In-product page-aware help.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40080" y="5047488"/>
            <a:ext cx="594360" cy="594360"/>
          </a:xfrm>
          <a:prstGeom prst="ellipse">
            <a:avLst/>
          </a:prstGeom>
          <a:solidFill>
            <a:srgbClr val="F4A259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50474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4937760"/>
            <a:ext cx="100885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two open decisions 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Task-durability phasing; dependency-licensing policy.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i="1" dirty="0">
                <a:solidFill>
                  <a:srgbClr val="F4A2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1056</Words>
  <Application>Microsoft Office PowerPoint</Application>
  <PresentationFormat>Widescreen</PresentationFormat>
  <Paragraphs>319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EOI Agent Platform — Stakeholder Overview</dc:title>
  <dc:subject>PptxGenJS Presentation</dc:subject>
  <dc:creator>EOI Agent Platform</dc:creator>
  <cp:lastModifiedBy>User</cp:lastModifiedBy>
  <cp:revision>2</cp:revision>
  <dcterms:created xsi:type="dcterms:W3CDTF">2026-06-19T14:36:31Z</dcterms:created>
  <dcterms:modified xsi:type="dcterms:W3CDTF">2026-06-19T14:47:27Z</dcterms:modified>
</cp:coreProperties>
</file>